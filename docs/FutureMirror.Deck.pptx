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开发团队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章配套演示材料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作品演示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可当场运行的双引擎对拍脚本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FastAPI 服务端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FastAPI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服务端，后端优先策略统一调度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的产品，在赛场网络不稳定时直接白屏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赛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同源托管版&lt;/text&gt;&#10;            &lt;text x='712' y='60' fill='#4A5568' fontSize='13' textAnchor='middle'&gt;演示页 + API 同域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赛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赛场无网也能跑完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赛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完全无网，均自动向下切换；评分与检索策略三级一致——赛场网络抖动不打断演示。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22 套 · 1513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3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217 项 Node', textStyle: { bold: true, color: '#1E4FA8' } },&#10;                        { text: 'store / 用户系统 / 简历 / 报告逻辑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规范', textStyle: { bold: true, color: '#0E3F8C' } },&#10;                        { text: 'lint + 类型', textStyle: { bold: true, color: '#1E4FA8' } },&#10;                        { text: 'ESLint 0 error · Prettier 全绿 · JSDoc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赛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功能演示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22 套 · 1513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37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217 项 Node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store / 用户系统 / 简历 / 报告逻辑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规范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lint + 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ESLint 0 error · Prettier 全绿 · JSDoc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赛场直连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功能演示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脚本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访客现场打开链接、登录账号、运行对拍脚本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双引擎对拍脚本可现场运行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请访客现场打开链接、登录账号、运行对拍脚本——所有数字都经得起核对。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赛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访客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国内直连镜像（赛场网络友好）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恳请访客现场指正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